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63" r:id="rId4"/>
    <p:sldId id="259" r:id="rId5"/>
    <p:sldId id="258" r:id="rId6"/>
    <p:sldId id="261" r:id="rId7"/>
    <p:sldId id="262" r:id="rId8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7131"/>
    <a:srgbClr val="175F21"/>
    <a:srgbClr val="0E9F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CB4235-45D6-954C-BFD1-89756758CD7B}" v="20" dt="2026-06-22T08:56:08.4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78"/>
    <p:restoredTop sz="94820"/>
  </p:normalViewPr>
  <p:slideViewPr>
    <p:cSldViewPr snapToGrid="0">
      <p:cViewPr varScale="1">
        <p:scale>
          <a:sx n="114" d="100"/>
          <a:sy n="114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sper Huysentruyt" userId="9074995d-71b4-4d69-898b-34e4a13c2f58" providerId="ADAL" clId="{9C0C7B18-3753-5F2E-9061-8B3BDCE318D2}"/>
    <pc:docChg chg="undo redo custSel addSld delSld modSld sldOrd">
      <pc:chgData name="Kasper Huysentruyt" userId="9074995d-71b4-4d69-898b-34e4a13c2f58" providerId="ADAL" clId="{9C0C7B18-3753-5F2E-9061-8B3BDCE318D2}" dt="2026-06-23T06:27:59.172" v="784" actId="1076"/>
      <pc:docMkLst>
        <pc:docMk/>
      </pc:docMkLst>
      <pc:sldChg chg="addSp delSp modSp mod">
        <pc:chgData name="Kasper Huysentruyt" userId="9074995d-71b4-4d69-898b-34e4a13c2f58" providerId="ADAL" clId="{9C0C7B18-3753-5F2E-9061-8B3BDCE318D2}" dt="2026-06-23T06:27:59.172" v="784" actId="1076"/>
        <pc:sldMkLst>
          <pc:docMk/>
          <pc:sldMk cId="1476265998" sldId="256"/>
        </pc:sldMkLst>
        <pc:picChg chg="add mod">
          <ac:chgData name="Kasper Huysentruyt" userId="9074995d-71b4-4d69-898b-34e4a13c2f58" providerId="ADAL" clId="{9C0C7B18-3753-5F2E-9061-8B3BDCE318D2}" dt="2026-06-23T06:27:59.172" v="784" actId="1076"/>
          <ac:picMkLst>
            <pc:docMk/>
            <pc:sldMk cId="1476265998" sldId="256"/>
            <ac:picMk id="38" creationId="{6703AAA5-7207-14D3-E07F-BC75E65EDADE}"/>
          </ac:picMkLst>
        </pc:picChg>
      </pc:sldChg>
      <pc:sldChg chg="addSp delSp modSp add mod ord">
        <pc:chgData name="Kasper Huysentruyt" userId="9074995d-71b4-4d69-898b-34e4a13c2f58" providerId="ADAL" clId="{9C0C7B18-3753-5F2E-9061-8B3BDCE318D2}" dt="2026-06-09T09:02:18.107" v="712" actId="1038"/>
        <pc:sldMkLst>
          <pc:docMk/>
          <pc:sldMk cId="3396777730" sldId="258"/>
        </pc:sldMkLst>
        <pc:spChg chg="add mod">
          <ac:chgData name="Kasper Huysentruyt" userId="9074995d-71b4-4d69-898b-34e4a13c2f58" providerId="ADAL" clId="{9C0C7B18-3753-5F2E-9061-8B3BDCE318D2}" dt="2026-06-09T09:01:15.001" v="691" actId="120"/>
          <ac:spMkLst>
            <pc:docMk/>
            <pc:sldMk cId="3396777730" sldId="258"/>
            <ac:spMk id="8" creationId="{61863283-7498-B290-F952-0A364146BA17}"/>
          </ac:spMkLst>
        </pc:spChg>
        <pc:spChg chg="mod">
          <ac:chgData name="Kasper Huysentruyt" userId="9074995d-71b4-4d69-898b-34e4a13c2f58" providerId="ADAL" clId="{9C0C7B18-3753-5F2E-9061-8B3BDCE318D2}" dt="2026-06-09T09:01:02.854" v="688" actId="120"/>
          <ac:spMkLst>
            <pc:docMk/>
            <pc:sldMk cId="3396777730" sldId="258"/>
            <ac:spMk id="41" creationId="{438D8548-FB3E-AD16-0F7D-98677B9B8120}"/>
          </ac:spMkLst>
        </pc:spChg>
        <pc:spChg chg="mod">
          <ac:chgData name="Kasper Huysentruyt" userId="9074995d-71b4-4d69-898b-34e4a13c2f58" providerId="ADAL" clId="{9C0C7B18-3753-5F2E-9061-8B3BDCE318D2}" dt="2026-06-09T08:56:29.726" v="640" actId="1076"/>
          <ac:spMkLst>
            <pc:docMk/>
            <pc:sldMk cId="3396777730" sldId="258"/>
            <ac:spMk id="43" creationId="{72ADD00F-7EFB-566C-9DD3-EA56163154BF}"/>
          </ac:spMkLst>
        </pc:spChg>
        <pc:spChg chg="mod">
          <ac:chgData name="Kasper Huysentruyt" userId="9074995d-71b4-4d69-898b-34e4a13c2f58" providerId="ADAL" clId="{9C0C7B18-3753-5F2E-9061-8B3BDCE318D2}" dt="2026-06-09T08:56:38.617" v="642" actId="1076"/>
          <ac:spMkLst>
            <pc:docMk/>
            <pc:sldMk cId="3396777730" sldId="258"/>
            <ac:spMk id="51" creationId="{47332680-4518-ACFE-A5CB-C8A3A2694459}"/>
          </ac:spMkLst>
        </pc:spChg>
        <pc:picChg chg="add mod">
          <ac:chgData name="Kasper Huysentruyt" userId="9074995d-71b4-4d69-898b-34e4a13c2f58" providerId="ADAL" clId="{9C0C7B18-3753-5F2E-9061-8B3BDCE318D2}" dt="2026-06-09T09:02:18.107" v="712" actId="1038"/>
          <ac:picMkLst>
            <pc:docMk/>
            <pc:sldMk cId="3396777730" sldId="258"/>
            <ac:picMk id="3" creationId="{4370C87F-8808-26D1-2044-933C71D44BF3}"/>
          </ac:picMkLst>
        </pc:picChg>
        <pc:picChg chg="add mod">
          <ac:chgData name="Kasper Huysentruyt" userId="9074995d-71b4-4d69-898b-34e4a13c2f58" providerId="ADAL" clId="{9C0C7B18-3753-5F2E-9061-8B3BDCE318D2}" dt="2026-06-09T09:01:10.965" v="690" actId="2085"/>
          <ac:picMkLst>
            <pc:docMk/>
            <pc:sldMk cId="3396777730" sldId="258"/>
            <ac:picMk id="32" creationId="{044220C1-B3E4-5647-E7DC-1343BC36C4EF}"/>
          </ac:picMkLst>
        </pc:picChg>
        <pc:picChg chg="add mod">
          <ac:chgData name="Kasper Huysentruyt" userId="9074995d-71b4-4d69-898b-34e4a13c2f58" providerId="ADAL" clId="{9C0C7B18-3753-5F2E-9061-8B3BDCE318D2}" dt="2026-06-09T09:02:03.417" v="698" actId="1076"/>
          <ac:picMkLst>
            <pc:docMk/>
            <pc:sldMk cId="3396777730" sldId="258"/>
            <ac:picMk id="34" creationId="{946410FF-676C-F686-8E1E-275699BE192B}"/>
          </ac:picMkLst>
        </pc:picChg>
        <pc:cxnChg chg="add mod">
          <ac:chgData name="Kasper Huysentruyt" userId="9074995d-71b4-4d69-898b-34e4a13c2f58" providerId="ADAL" clId="{9C0C7B18-3753-5F2E-9061-8B3BDCE318D2}" dt="2026-06-09T08:56:29.726" v="640" actId="1076"/>
          <ac:cxnSpMkLst>
            <pc:docMk/>
            <pc:sldMk cId="3396777730" sldId="258"/>
            <ac:cxnSpMk id="4" creationId="{BB42F3B3-75F4-EB38-05A5-2B7BEAE0E237}"/>
          </ac:cxnSpMkLst>
        </pc:cxnChg>
        <pc:cxnChg chg="add mod">
          <ac:chgData name="Kasper Huysentruyt" userId="9074995d-71b4-4d69-898b-34e4a13c2f58" providerId="ADAL" clId="{9C0C7B18-3753-5F2E-9061-8B3BDCE318D2}" dt="2026-06-09T08:56:29.726" v="640" actId="1076"/>
          <ac:cxnSpMkLst>
            <pc:docMk/>
            <pc:sldMk cId="3396777730" sldId="258"/>
            <ac:cxnSpMk id="7" creationId="{03DF98C8-E664-D09D-D52D-C32E2F16CCA4}"/>
          </ac:cxnSpMkLst>
        </pc:cxnChg>
        <pc:cxnChg chg="add mod">
          <ac:chgData name="Kasper Huysentruyt" userId="9074995d-71b4-4d69-898b-34e4a13c2f58" providerId="ADAL" clId="{9C0C7B18-3753-5F2E-9061-8B3BDCE318D2}" dt="2026-06-09T08:57:03.897" v="671" actId="14100"/>
          <ac:cxnSpMkLst>
            <pc:docMk/>
            <pc:sldMk cId="3396777730" sldId="258"/>
            <ac:cxnSpMk id="17" creationId="{76FCFC85-3A1F-3F2C-C2D7-66CF7C141C48}"/>
          </ac:cxnSpMkLst>
        </pc:cxnChg>
        <pc:cxnChg chg="mod">
          <ac:chgData name="Kasper Huysentruyt" userId="9074995d-71b4-4d69-898b-34e4a13c2f58" providerId="ADAL" clId="{9C0C7B18-3753-5F2E-9061-8B3BDCE318D2}" dt="2026-06-09T08:56:38.617" v="642" actId="1076"/>
          <ac:cxnSpMkLst>
            <pc:docMk/>
            <pc:sldMk cId="3396777730" sldId="258"/>
            <ac:cxnSpMk id="52" creationId="{76CE207C-919D-C179-69CF-3542C4221DDC}"/>
          </ac:cxnSpMkLst>
        </pc:cxnChg>
        <pc:cxnChg chg="mod">
          <ac:chgData name="Kasper Huysentruyt" userId="9074995d-71b4-4d69-898b-34e4a13c2f58" providerId="ADAL" clId="{9C0C7B18-3753-5F2E-9061-8B3BDCE318D2}" dt="2026-06-09T08:56:38.617" v="642" actId="1076"/>
          <ac:cxnSpMkLst>
            <pc:docMk/>
            <pc:sldMk cId="3396777730" sldId="258"/>
            <ac:cxnSpMk id="53" creationId="{FA70F95B-8879-A4CC-A1E5-1B7ECF9290F4}"/>
          </ac:cxnSpMkLst>
        </pc:cxnChg>
      </pc:sldChg>
      <pc:sldChg chg="add">
        <pc:chgData name="Kasper Huysentruyt" userId="9074995d-71b4-4d69-898b-34e4a13c2f58" providerId="ADAL" clId="{9C0C7B18-3753-5F2E-9061-8B3BDCE318D2}" dt="2026-06-09T08:50:40.480" v="554"/>
        <pc:sldMkLst>
          <pc:docMk/>
          <pc:sldMk cId="1579087459" sldId="260"/>
        </pc:sldMkLst>
      </pc:sldChg>
      <pc:sldChg chg="addSp delSp modSp add mod ord">
        <pc:chgData name="Kasper Huysentruyt" userId="9074995d-71b4-4d69-898b-34e4a13c2f58" providerId="ADAL" clId="{9C0C7B18-3753-5F2E-9061-8B3BDCE318D2}" dt="2026-06-20T09:03:11.151" v="765" actId="20578"/>
        <pc:sldMkLst>
          <pc:docMk/>
          <pc:sldMk cId="1859690691" sldId="261"/>
        </pc:sldMkLst>
        <pc:spChg chg="add mod">
          <ac:chgData name="Kasper Huysentruyt" userId="9074995d-71b4-4d69-898b-34e4a13c2f58" providerId="ADAL" clId="{9C0C7B18-3753-5F2E-9061-8B3BDCE318D2}" dt="2026-06-18T08:51:34.530" v="755" actId="1076"/>
          <ac:spMkLst>
            <pc:docMk/>
            <pc:sldMk cId="1859690691" sldId="261"/>
            <ac:spMk id="12" creationId="{A936B6F2-5E2A-6BEB-205E-80380526473C}"/>
          </ac:spMkLst>
        </pc:spChg>
        <pc:grpChg chg="add mod">
          <ac:chgData name="Kasper Huysentruyt" userId="9074995d-71b4-4d69-898b-34e4a13c2f58" providerId="ADAL" clId="{9C0C7B18-3753-5F2E-9061-8B3BDCE318D2}" dt="2026-06-18T08:52:03.083" v="763" actId="12788"/>
          <ac:grpSpMkLst>
            <pc:docMk/>
            <pc:sldMk cId="1859690691" sldId="261"/>
            <ac:grpSpMk id="14" creationId="{BD2052DC-C9ED-E769-D519-010D3C473229}"/>
          </ac:grpSpMkLst>
        </pc:grpChg>
        <pc:grpChg chg="add mod">
          <ac:chgData name="Kasper Huysentruyt" userId="9074995d-71b4-4d69-898b-34e4a13c2f58" providerId="ADAL" clId="{9C0C7B18-3753-5F2E-9061-8B3BDCE318D2}" dt="2026-06-18T08:52:03.083" v="763" actId="12788"/>
          <ac:grpSpMkLst>
            <pc:docMk/>
            <pc:sldMk cId="1859690691" sldId="261"/>
            <ac:grpSpMk id="15" creationId="{4F9D2F44-7A1C-D973-9D0C-37CC20581E36}"/>
          </ac:grpSpMkLst>
        </pc:grpChg>
        <pc:cxnChg chg="add mod">
          <ac:chgData name="Kasper Huysentruyt" userId="9074995d-71b4-4d69-898b-34e4a13c2f58" providerId="ADAL" clId="{9C0C7B18-3753-5F2E-9061-8B3BDCE318D2}" dt="2026-06-18T08:52:03.083" v="763" actId="12788"/>
          <ac:cxnSpMkLst>
            <pc:docMk/>
            <pc:sldMk cId="1859690691" sldId="261"/>
            <ac:cxnSpMk id="11" creationId="{C28C922C-1CFC-A5C3-032A-098453DC6C70}"/>
          </ac:cxnSpMkLst>
        </pc:cxnChg>
      </pc:sldChg>
      <pc:sldChg chg="delSp modSp add mod">
        <pc:chgData name="Kasper Huysentruyt" userId="9074995d-71b4-4d69-898b-34e4a13c2f58" providerId="ADAL" clId="{9C0C7B18-3753-5F2E-9061-8B3BDCE318D2}" dt="2026-06-20T09:03:25.563" v="774" actId="20577"/>
        <pc:sldMkLst>
          <pc:docMk/>
          <pc:sldMk cId="2664193382" sldId="262"/>
        </pc:sldMkLst>
        <pc:spChg chg="mod">
          <ac:chgData name="Kasper Huysentruyt" userId="9074995d-71b4-4d69-898b-34e4a13c2f58" providerId="ADAL" clId="{9C0C7B18-3753-5F2E-9061-8B3BDCE318D2}" dt="2026-06-20T09:03:25.563" v="774" actId="20577"/>
          <ac:spMkLst>
            <pc:docMk/>
            <pc:sldMk cId="2664193382" sldId="262"/>
            <ac:spMk id="4" creationId="{9DE00AA7-1EFC-DAF8-3C11-980887A8E42F}"/>
          </ac:spMkLst>
        </pc:spChg>
      </pc:sldChg>
      <pc:sldChg chg="modSp add mod">
        <pc:chgData name="Kasper Huysentruyt" userId="9074995d-71b4-4d69-898b-34e4a13c2f58" providerId="ADAL" clId="{9C0C7B18-3753-5F2E-9061-8B3BDCE318D2}" dt="2026-06-22T08:56:11.699" v="783" actId="20577"/>
        <pc:sldMkLst>
          <pc:docMk/>
          <pc:sldMk cId="1507475063" sldId="263"/>
        </pc:sldMkLst>
        <pc:spChg chg="mod">
          <ac:chgData name="Kasper Huysentruyt" userId="9074995d-71b4-4d69-898b-34e4a13c2f58" providerId="ADAL" clId="{9C0C7B18-3753-5F2E-9061-8B3BDCE318D2}" dt="2026-06-22T08:56:11.699" v="783" actId="20577"/>
          <ac:spMkLst>
            <pc:docMk/>
            <pc:sldMk cId="1507475063" sldId="263"/>
            <ac:spMk id="41" creationId="{CE739B22-F7E9-7A5A-7E40-3A0C4DB15C9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EFCB6-7A5C-FFA7-8F87-0F7216B82E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D51820-E44E-83A6-27E3-589B179C22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D099B-1C38-74B1-462D-83351B77B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D81F8-BCF7-844B-8BB8-4E1C498BF428}" type="datetimeFigureOut">
              <a:rPr lang="en-BE" smtClean="0"/>
              <a:t>23/06/2026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3CAE0-E4FC-D28A-5004-A6C1E385B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F12AE-0A31-7116-AB85-06D4785C8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EDF42-03C0-6047-B56A-8C528754221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6740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0A97C-8CB1-F4E0-6466-A8F221FB4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EFF9D-83BE-42AE-DEE9-E11C34742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9D840-C4ED-45FA-68DA-561E5101D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D81F8-BCF7-844B-8BB8-4E1C498BF428}" type="datetimeFigureOut">
              <a:rPr lang="en-BE" smtClean="0"/>
              <a:t>23/06/2026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45F9D-3908-39C8-4638-65C5B05F2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0F5FC-4769-C93F-2896-C8A6E12DB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EDF42-03C0-6047-B56A-8C528754221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29866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07AD5-994F-D11C-D388-DAA9D03C4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7A2B29-DD27-E533-799C-1B7D588F2F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589983-9795-39D6-DF4D-19CEE4655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D81F8-BCF7-844B-8BB8-4E1C498BF428}" type="datetimeFigureOut">
              <a:rPr lang="en-BE" smtClean="0"/>
              <a:t>23/06/2026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D936B-525F-555F-D9D3-6236931F0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A4EA0-7D88-F415-936C-64E9F86F1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EDF42-03C0-6047-B56A-8C528754221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926052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998E1-38EE-B3DF-65CF-E40C7AF66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593DA-13F5-C426-720D-A88DE72685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3B255A-9D7C-C53D-F852-4DF38F49BC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A3C0D4-754B-E294-9459-609605331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D81F8-BCF7-844B-8BB8-4E1C498BF428}" type="datetimeFigureOut">
              <a:rPr lang="en-BE" smtClean="0"/>
              <a:t>23/06/2026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AC1043-7597-CA77-EEE9-5704F554F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7D8A17-48F5-BABF-B5D7-EE66238BC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EDF42-03C0-6047-B56A-8C528754221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22811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C3713-0B78-4D62-C5EE-BC05E0A50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AB219-5B32-971B-1245-ABB1F5DB0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B65671-0C8E-A327-413D-CDBE56D497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EE373E-BD05-1397-5920-37ED7BCE8E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2DD9BD-860B-59E1-6187-79DEDC7C10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588A76-A8B5-46BD-2AF8-3A0380405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D81F8-BCF7-844B-8BB8-4E1C498BF428}" type="datetimeFigureOut">
              <a:rPr lang="en-BE" smtClean="0"/>
              <a:t>23/06/2026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D7C8DD-1D0C-B341-8E4F-5003DA192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FAFBA2-95F3-CE38-28DF-91A55FE3A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EDF42-03C0-6047-B56A-8C528754221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56568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08D81-7086-3609-0A6A-CB60964C2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BA67DE-14FD-CF8E-5B2A-684025A9F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D81F8-BCF7-844B-8BB8-4E1C498BF428}" type="datetimeFigureOut">
              <a:rPr lang="en-BE" smtClean="0"/>
              <a:t>23/06/2026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EC44AF-D8C7-E61F-A25C-0E69CD63C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B3ACCB-787B-660D-CAAE-A83821906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EDF42-03C0-6047-B56A-8C528754221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273916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4E2D54-BBC2-EBAB-07BB-40FBB9E60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D81F8-BCF7-844B-8BB8-4E1C498BF428}" type="datetimeFigureOut">
              <a:rPr lang="en-BE" smtClean="0"/>
              <a:t>23/06/2026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27B96A-56F3-A583-3CE3-6FB9C1814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45B1BA-8F8C-C950-9746-A5BF3139C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EDF42-03C0-6047-B56A-8C528754221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274698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B46AA-8409-B4B1-0929-BE95F47C4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BC70F-CD79-5460-9731-DC7CF09A6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469276-E72B-0969-B3FE-5FBA6679B5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D242C4-314F-B5FB-2679-8F5DA8B4E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D81F8-BCF7-844B-8BB8-4E1C498BF428}" type="datetimeFigureOut">
              <a:rPr lang="en-BE" smtClean="0"/>
              <a:t>23/06/2026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581987-33AD-7774-96A8-60EC29B5C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D06C91-D414-C2BD-4A72-A568199F2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EDF42-03C0-6047-B56A-8C528754221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85163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60D25-573A-EE87-8B7B-2CC78F4B3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81F79B-4676-CF86-A07A-5ADCD71ADE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8680DC-2ECC-E6B0-342D-D3FD50F77D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72A06F-D1DE-560E-B11B-F6BE8C27E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D81F8-BCF7-844B-8BB8-4E1C498BF428}" type="datetimeFigureOut">
              <a:rPr lang="en-BE" smtClean="0"/>
              <a:t>23/06/2026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818F77-683F-32BC-E9E5-29E3F27DB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00C95D-CCF8-F182-4782-5907F4559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EDF42-03C0-6047-B56A-8C528754221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303643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08ABD-9304-9F30-E97C-436AC4C78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E7F95D-C242-C681-2596-A8CC67B853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73D8F-890B-D7F5-EAA9-D22069AE8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D81F8-BCF7-844B-8BB8-4E1C498BF428}" type="datetimeFigureOut">
              <a:rPr lang="en-BE" smtClean="0"/>
              <a:t>23/06/2026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90FF08-C8DA-7D9D-A3DA-EBD77AD6B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6C68A-3AE0-06EE-7C6F-5FE6ED91C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EDF42-03C0-6047-B56A-8C528754221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2067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41FB42-0803-57DA-97FF-326D908245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583A8F-B41C-59B0-9780-821AFE1D80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43C17-BF96-AB86-A683-8C5E45483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D81F8-BCF7-844B-8BB8-4E1C498BF428}" type="datetimeFigureOut">
              <a:rPr lang="en-BE" smtClean="0"/>
              <a:t>23/06/2026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3504D-0025-D747-27C7-2E274CC7F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5FD52A-E38B-38B0-86BC-479BDC33C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EDF42-03C0-6047-B56A-8C528754221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116861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800629-04A6-18FC-1EBA-889498900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CA78F-5551-40F3-5B63-676E8B6471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B57A78-72CA-8815-2F84-B899497912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CD81F8-BCF7-844B-8BB8-4E1C498BF428}" type="datetimeFigureOut">
              <a:rPr lang="en-BE" smtClean="0"/>
              <a:t>23/06/2026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252B4-1F8F-6B0B-9B41-38329633BD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448B88-BD94-D51B-286C-E35E4D8F25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FEDF42-03C0-6047-B56A-8C528754221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1877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389887D-2875-B06C-8596-296B981F199C}"/>
              </a:ext>
            </a:extLst>
          </p:cNvPr>
          <p:cNvSpPr/>
          <p:nvPr/>
        </p:nvSpPr>
        <p:spPr>
          <a:xfrm>
            <a:off x="4973515" y="2682388"/>
            <a:ext cx="1711569" cy="91879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sz="2400" dirty="0">
                <a:solidFill>
                  <a:schemeClr val="accent3"/>
                </a:solidFill>
              </a:rPr>
              <a:t>VLM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8A40B66-3176-7ED7-D47A-022E5FE7FA53}"/>
              </a:ext>
            </a:extLst>
          </p:cNvPr>
          <p:cNvCxnSpPr>
            <a:cxnSpLocks/>
          </p:cNvCxnSpPr>
          <p:nvPr/>
        </p:nvCxnSpPr>
        <p:spPr>
          <a:xfrm>
            <a:off x="3587262" y="3141785"/>
            <a:ext cx="1184031" cy="5862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C3D9DEE-37DD-1093-707E-FE652AD363F4}"/>
              </a:ext>
            </a:extLst>
          </p:cNvPr>
          <p:cNvCxnSpPr/>
          <p:nvPr/>
        </p:nvCxnSpPr>
        <p:spPr>
          <a:xfrm>
            <a:off x="6887307" y="3141785"/>
            <a:ext cx="1184031" cy="5862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2C39C79-3825-490B-A2E9-6683AA43363E}"/>
              </a:ext>
            </a:extLst>
          </p:cNvPr>
          <p:cNvSpPr/>
          <p:nvPr/>
        </p:nvSpPr>
        <p:spPr>
          <a:xfrm>
            <a:off x="2441331" y="2790092"/>
            <a:ext cx="1037492" cy="668216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sz="2400" dirty="0">
                <a:solidFill>
                  <a:schemeClr val="accent2"/>
                </a:solidFill>
              </a:rPr>
              <a:t>In</a:t>
            </a:r>
            <a:endParaRPr lang="en-BE" dirty="0">
              <a:solidFill>
                <a:schemeClr val="accent2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2BFE0C5-21C2-030E-E2B8-EDB659950722}"/>
              </a:ext>
            </a:extLst>
          </p:cNvPr>
          <p:cNvSpPr/>
          <p:nvPr/>
        </p:nvSpPr>
        <p:spPr>
          <a:xfrm>
            <a:off x="8179776" y="2785602"/>
            <a:ext cx="1037492" cy="668216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sz="2400" dirty="0">
                <a:solidFill>
                  <a:schemeClr val="accent2"/>
                </a:solidFill>
              </a:rPr>
              <a:t>Out</a:t>
            </a:r>
            <a:endParaRPr lang="en-BE" dirty="0">
              <a:solidFill>
                <a:schemeClr val="accent2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5516BA2-015D-2EF2-E016-A3D44B6B3F2D}"/>
              </a:ext>
            </a:extLst>
          </p:cNvPr>
          <p:cNvCxnSpPr>
            <a:cxnSpLocks/>
          </p:cNvCxnSpPr>
          <p:nvPr/>
        </p:nvCxnSpPr>
        <p:spPr>
          <a:xfrm flipV="1">
            <a:off x="4018082" y="3807343"/>
            <a:ext cx="1081456" cy="1275525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ash"/>
            <a:headEnd type="arrow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6B103D5-01DA-E889-C261-1A8AAB09D204}"/>
              </a:ext>
            </a:extLst>
          </p:cNvPr>
          <p:cNvCxnSpPr>
            <a:cxnSpLocks/>
          </p:cNvCxnSpPr>
          <p:nvPr/>
        </p:nvCxnSpPr>
        <p:spPr>
          <a:xfrm flipV="1">
            <a:off x="5801455" y="3807343"/>
            <a:ext cx="0" cy="1573549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ash"/>
            <a:headEnd type="arrow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4A2CB4B6-7FD9-747D-C9CE-AA1B4773DF80}"/>
              </a:ext>
            </a:extLst>
          </p:cNvPr>
          <p:cNvSpPr/>
          <p:nvPr/>
        </p:nvSpPr>
        <p:spPr>
          <a:xfrm>
            <a:off x="2731477" y="5244245"/>
            <a:ext cx="1711569" cy="7537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sz="2400" dirty="0">
                <a:solidFill>
                  <a:schemeClr val="accent5"/>
                </a:solidFill>
              </a:rPr>
              <a:t>Retrieval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EED6E1F-A8CF-F08A-412A-59D7DBD85D1B}"/>
              </a:ext>
            </a:extLst>
          </p:cNvPr>
          <p:cNvSpPr/>
          <p:nvPr/>
        </p:nvSpPr>
        <p:spPr>
          <a:xfrm>
            <a:off x="7265371" y="5244245"/>
            <a:ext cx="1523998" cy="7478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sz="2400" dirty="0">
                <a:solidFill>
                  <a:schemeClr val="accent5"/>
                </a:solidFill>
              </a:rPr>
              <a:t>Memory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B9E3C9-1741-FA87-2129-B5B8800D10EC}"/>
              </a:ext>
            </a:extLst>
          </p:cNvPr>
          <p:cNvSpPr txBox="1"/>
          <p:nvPr/>
        </p:nvSpPr>
        <p:spPr>
          <a:xfrm>
            <a:off x="3310305" y="3892061"/>
            <a:ext cx="1087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Query/ Results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E22C444-F5D9-2B2D-05A0-90586E3F9BA2}"/>
              </a:ext>
            </a:extLst>
          </p:cNvPr>
          <p:cNvGrpSpPr/>
          <p:nvPr/>
        </p:nvGrpSpPr>
        <p:grpSpPr>
          <a:xfrm>
            <a:off x="5357447" y="4260877"/>
            <a:ext cx="1327638" cy="731319"/>
            <a:chOff x="5357446" y="4121939"/>
            <a:chExt cx="1529861" cy="646331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EEEE579-0492-1766-8DA5-6A413997FD01}"/>
                </a:ext>
              </a:extLst>
            </p:cNvPr>
            <p:cNvSpPr/>
            <p:nvPr/>
          </p:nvSpPr>
          <p:spPr>
            <a:xfrm>
              <a:off x="5357446" y="4130508"/>
              <a:ext cx="1122489" cy="59389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025AA57-2BDB-78E4-1F61-5E71B17E3C98}"/>
                </a:ext>
              </a:extLst>
            </p:cNvPr>
            <p:cNvSpPr txBox="1"/>
            <p:nvPr/>
          </p:nvSpPr>
          <p:spPr>
            <a:xfrm>
              <a:off x="5363309" y="4121939"/>
              <a:ext cx="15239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E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Call/ </a:t>
              </a:r>
            </a:p>
            <a:p>
              <a:r>
                <a:rPr lang="en-BE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Response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7CE588AA-8DF9-9082-EACE-370A15C4393C}"/>
              </a:ext>
            </a:extLst>
          </p:cNvPr>
          <p:cNvSpPr txBox="1"/>
          <p:nvPr/>
        </p:nvSpPr>
        <p:spPr>
          <a:xfrm>
            <a:off x="7124005" y="3892060"/>
            <a:ext cx="15239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Read/ </a:t>
            </a:r>
          </a:p>
          <a:p>
            <a:r>
              <a:rPr lang="en-B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Write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847CAA2-E687-379E-F9FA-5383C62C94DF}"/>
              </a:ext>
            </a:extLst>
          </p:cNvPr>
          <p:cNvSpPr/>
          <p:nvPr/>
        </p:nvSpPr>
        <p:spPr>
          <a:xfrm>
            <a:off x="5039456" y="5547854"/>
            <a:ext cx="1523998" cy="7537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sz="2400" dirty="0">
                <a:solidFill>
                  <a:schemeClr val="accent5"/>
                </a:solidFill>
              </a:rPr>
              <a:t>Tools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41BC081-7F94-005D-F2EF-C336608EC5AF}"/>
              </a:ext>
            </a:extLst>
          </p:cNvPr>
          <p:cNvCxnSpPr>
            <a:cxnSpLocks/>
          </p:cNvCxnSpPr>
          <p:nvPr/>
        </p:nvCxnSpPr>
        <p:spPr>
          <a:xfrm flipH="1" flipV="1">
            <a:off x="6479935" y="3807343"/>
            <a:ext cx="1081456" cy="1275525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ash"/>
            <a:headEnd type="arrow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8" name="Picture 37">
            <a:extLst>
              <a:ext uri="{FF2B5EF4-FFF2-40B4-BE49-F238E27FC236}">
                <a16:creationId xmlns:a16="http://schemas.microsoft.com/office/drawing/2014/main" id="{6703AAA5-7207-14D3-E07F-BC75E65ED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337" y="-488927"/>
            <a:ext cx="3609598" cy="2426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265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D7197-68C1-D7D5-B68E-AA187E2B7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55">
            <a:extLst>
              <a:ext uri="{FF2B5EF4-FFF2-40B4-BE49-F238E27FC236}">
                <a16:creationId xmlns:a16="http://schemas.microsoft.com/office/drawing/2014/main" id="{D59AC2C9-C6EC-8ED5-9E01-28DEB24E127B}"/>
              </a:ext>
            </a:extLst>
          </p:cNvPr>
          <p:cNvSpPr txBox="1"/>
          <p:nvPr/>
        </p:nvSpPr>
        <p:spPr>
          <a:xfrm>
            <a:off x="4384431" y="966878"/>
            <a:ext cx="1203569" cy="461665"/>
          </a:xfrm>
          <a:prstGeom prst="rect">
            <a:avLst/>
          </a:prstGeom>
          <a:noFill/>
          <a:ln w="28575"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B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Agent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64E0862-263D-3AAC-F412-CC6F94E682DF}"/>
              </a:ext>
            </a:extLst>
          </p:cNvPr>
          <p:cNvSpPr/>
          <p:nvPr/>
        </p:nvSpPr>
        <p:spPr>
          <a:xfrm>
            <a:off x="4384431" y="1406769"/>
            <a:ext cx="5873261" cy="4022688"/>
          </a:xfrm>
          <a:prstGeom prst="rect">
            <a:avLst/>
          </a:prstGeom>
          <a:solidFill>
            <a:schemeClr val="bg2"/>
          </a:solidFill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DCDC0E7A-7EC0-DD06-8263-EF19862B5F67}"/>
              </a:ext>
            </a:extLst>
          </p:cNvPr>
          <p:cNvSpPr/>
          <p:nvPr/>
        </p:nvSpPr>
        <p:spPr>
          <a:xfrm>
            <a:off x="4589127" y="2958717"/>
            <a:ext cx="1711569" cy="91879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sz="2400" dirty="0">
                <a:solidFill>
                  <a:schemeClr val="accent3"/>
                </a:solidFill>
              </a:rPr>
              <a:t>VLM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163C901-3A64-B366-B137-C0DC714787F4}"/>
              </a:ext>
            </a:extLst>
          </p:cNvPr>
          <p:cNvCxnSpPr>
            <a:cxnSpLocks/>
          </p:cNvCxnSpPr>
          <p:nvPr/>
        </p:nvCxnSpPr>
        <p:spPr>
          <a:xfrm flipH="1" flipV="1">
            <a:off x="6345443" y="3411520"/>
            <a:ext cx="1890071" cy="13187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ash"/>
            <a:headEnd type="arrow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26F771A6-92D9-59C2-9339-370E10C3312E}"/>
              </a:ext>
            </a:extLst>
          </p:cNvPr>
          <p:cNvSpPr/>
          <p:nvPr/>
        </p:nvSpPr>
        <p:spPr>
          <a:xfrm>
            <a:off x="7921946" y="4312718"/>
            <a:ext cx="1711569" cy="7537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sz="2400" dirty="0">
                <a:solidFill>
                  <a:schemeClr val="accent5"/>
                </a:solidFill>
              </a:rPr>
              <a:t>Retrieval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09D9D74-D25B-0B24-989F-1AF6F08F2D02}"/>
              </a:ext>
            </a:extLst>
          </p:cNvPr>
          <p:cNvSpPr/>
          <p:nvPr/>
        </p:nvSpPr>
        <p:spPr>
          <a:xfrm>
            <a:off x="7921946" y="1767061"/>
            <a:ext cx="1523998" cy="7478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sz="2400" dirty="0">
                <a:solidFill>
                  <a:schemeClr val="accent5"/>
                </a:solidFill>
              </a:rPr>
              <a:t>Memory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7D105E9-4216-26DE-D461-42297EB59D6A}"/>
              </a:ext>
            </a:extLst>
          </p:cNvPr>
          <p:cNvSpPr txBox="1"/>
          <p:nvPr/>
        </p:nvSpPr>
        <p:spPr>
          <a:xfrm>
            <a:off x="6464598" y="4391660"/>
            <a:ext cx="1087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Query/ Results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27170DD-C91C-6F95-CFCB-53BBF92BF549}"/>
              </a:ext>
            </a:extLst>
          </p:cNvPr>
          <p:cNvSpPr txBox="1"/>
          <p:nvPr/>
        </p:nvSpPr>
        <p:spPr>
          <a:xfrm>
            <a:off x="6535155" y="3018636"/>
            <a:ext cx="1711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Call/Response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E60DB85-F519-B73D-1825-E569A2DD42BC}"/>
              </a:ext>
            </a:extLst>
          </p:cNvPr>
          <p:cNvSpPr txBox="1"/>
          <p:nvPr/>
        </p:nvSpPr>
        <p:spPr>
          <a:xfrm>
            <a:off x="6464598" y="1928715"/>
            <a:ext cx="15239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Read/ </a:t>
            </a:r>
          </a:p>
          <a:p>
            <a:r>
              <a:rPr lang="en-B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Write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385B3ED-B2E9-0933-4E3C-3690AA2EBABC}"/>
              </a:ext>
            </a:extLst>
          </p:cNvPr>
          <p:cNvSpPr/>
          <p:nvPr/>
        </p:nvSpPr>
        <p:spPr>
          <a:xfrm>
            <a:off x="8415424" y="3041234"/>
            <a:ext cx="1523998" cy="7537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sz="2400" dirty="0">
                <a:solidFill>
                  <a:schemeClr val="accent5"/>
                </a:solidFill>
              </a:rPr>
              <a:t>Tools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CD5765E-6B8C-EE32-EAE6-C26AFDCD87ED}"/>
              </a:ext>
            </a:extLst>
          </p:cNvPr>
          <p:cNvCxnSpPr>
            <a:cxnSpLocks/>
          </p:cNvCxnSpPr>
          <p:nvPr/>
        </p:nvCxnSpPr>
        <p:spPr>
          <a:xfrm flipH="1">
            <a:off x="6356653" y="2213769"/>
            <a:ext cx="1348476" cy="749164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ash"/>
            <a:headEnd type="arrow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BE532F6-AD4B-3C6F-5568-F859555EECBA}"/>
              </a:ext>
            </a:extLst>
          </p:cNvPr>
          <p:cNvCxnSpPr>
            <a:cxnSpLocks/>
          </p:cNvCxnSpPr>
          <p:nvPr/>
        </p:nvCxnSpPr>
        <p:spPr>
          <a:xfrm flipH="1" flipV="1">
            <a:off x="6356653" y="3870843"/>
            <a:ext cx="1348476" cy="749164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ash"/>
            <a:headEnd type="arrow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5FEDDB87-0265-0E81-C032-F55C48BFD407}"/>
              </a:ext>
            </a:extLst>
          </p:cNvPr>
          <p:cNvSpPr/>
          <p:nvPr/>
        </p:nvSpPr>
        <p:spPr>
          <a:xfrm>
            <a:off x="1948833" y="2889477"/>
            <a:ext cx="1844047" cy="105727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sz="2400" dirty="0">
                <a:solidFill>
                  <a:schemeClr val="accent4"/>
                </a:solidFill>
              </a:rPr>
              <a:t>User/ Application</a:t>
            </a:r>
          </a:p>
        </p:txBody>
      </p: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2F5B7903-92BE-A6AA-1C36-5554F45BBE0C}"/>
              </a:ext>
            </a:extLst>
          </p:cNvPr>
          <p:cNvCxnSpPr>
            <a:cxnSpLocks/>
            <a:endCxn id="51" idx="2"/>
          </p:cNvCxnSpPr>
          <p:nvPr/>
        </p:nvCxnSpPr>
        <p:spPr>
          <a:xfrm rot="10800000">
            <a:off x="2870857" y="3946749"/>
            <a:ext cx="1536902" cy="967716"/>
          </a:xfrm>
          <a:prstGeom prst="bentConnector2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2C75DE87-408D-0F15-4DA0-9D080BE28017}"/>
              </a:ext>
            </a:extLst>
          </p:cNvPr>
          <p:cNvCxnSpPr>
            <a:cxnSpLocks/>
            <a:stCxn id="51" idx="0"/>
          </p:cNvCxnSpPr>
          <p:nvPr/>
        </p:nvCxnSpPr>
        <p:spPr>
          <a:xfrm rot="5400000" flipH="1" flipV="1">
            <a:off x="3153909" y="1669391"/>
            <a:ext cx="937034" cy="1503138"/>
          </a:xfrm>
          <a:prstGeom prst="bentConnector2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DCB068B0-4810-8C8A-EBCB-7C569D95D492}"/>
              </a:ext>
            </a:extLst>
          </p:cNvPr>
          <p:cNvSpPr txBox="1"/>
          <p:nvPr/>
        </p:nvSpPr>
        <p:spPr>
          <a:xfrm>
            <a:off x="3326657" y="1559383"/>
            <a:ext cx="868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Task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842E99E-79F7-E4C4-81B7-BE2BC5A57D4A}"/>
              </a:ext>
            </a:extLst>
          </p:cNvPr>
          <p:cNvSpPr txBox="1"/>
          <p:nvPr/>
        </p:nvSpPr>
        <p:spPr>
          <a:xfrm>
            <a:off x="2907207" y="4983954"/>
            <a:ext cx="1523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Task Results</a:t>
            </a:r>
          </a:p>
        </p:txBody>
      </p:sp>
    </p:spTree>
    <p:extLst>
      <p:ext uri="{BB962C8B-B14F-4D97-AF65-F5344CB8AC3E}">
        <p14:creationId xmlns:p14="http://schemas.microsoft.com/office/powerpoint/2010/main" val="1579087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C45A7-A7FB-6F4D-19CD-CCD712D0C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55">
            <a:extLst>
              <a:ext uri="{FF2B5EF4-FFF2-40B4-BE49-F238E27FC236}">
                <a16:creationId xmlns:a16="http://schemas.microsoft.com/office/drawing/2014/main" id="{FDA3CF86-B45E-88BA-9E6C-DC6EFA6CDE37}"/>
              </a:ext>
            </a:extLst>
          </p:cNvPr>
          <p:cNvSpPr txBox="1"/>
          <p:nvPr/>
        </p:nvSpPr>
        <p:spPr>
          <a:xfrm>
            <a:off x="4384431" y="966878"/>
            <a:ext cx="1203569" cy="461665"/>
          </a:xfrm>
          <a:prstGeom prst="rect">
            <a:avLst/>
          </a:prstGeom>
          <a:noFill/>
          <a:ln w="28575"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B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Agent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BBA89E1-CDA1-EBD7-11AD-D383CE82AD0D}"/>
              </a:ext>
            </a:extLst>
          </p:cNvPr>
          <p:cNvSpPr/>
          <p:nvPr/>
        </p:nvSpPr>
        <p:spPr>
          <a:xfrm>
            <a:off x="4384431" y="1406769"/>
            <a:ext cx="5873261" cy="4022688"/>
          </a:xfrm>
          <a:prstGeom prst="rect">
            <a:avLst/>
          </a:prstGeom>
          <a:solidFill>
            <a:schemeClr val="bg2"/>
          </a:solidFill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CE739B22-F7E9-7A5A-7E40-3A0C4DB15C94}"/>
              </a:ext>
            </a:extLst>
          </p:cNvPr>
          <p:cNvSpPr/>
          <p:nvPr/>
        </p:nvSpPr>
        <p:spPr>
          <a:xfrm>
            <a:off x="4589127" y="2958717"/>
            <a:ext cx="1711569" cy="91879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sz="2400" dirty="0">
                <a:solidFill>
                  <a:schemeClr val="accent3"/>
                </a:solidFill>
              </a:rPr>
              <a:t>AI model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E05C25C-34B8-D87F-8F4B-BA4C53ED67E1}"/>
              </a:ext>
            </a:extLst>
          </p:cNvPr>
          <p:cNvCxnSpPr>
            <a:cxnSpLocks/>
          </p:cNvCxnSpPr>
          <p:nvPr/>
        </p:nvCxnSpPr>
        <p:spPr>
          <a:xfrm flipH="1" flipV="1">
            <a:off x="6345443" y="3411520"/>
            <a:ext cx="1890071" cy="13187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ash"/>
            <a:headEnd type="arrow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045142E8-F432-54A2-1D9B-DBF3FFB570B1}"/>
              </a:ext>
            </a:extLst>
          </p:cNvPr>
          <p:cNvSpPr/>
          <p:nvPr/>
        </p:nvSpPr>
        <p:spPr>
          <a:xfrm>
            <a:off x="7921946" y="4312718"/>
            <a:ext cx="1711569" cy="7537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sz="2400" dirty="0">
                <a:solidFill>
                  <a:schemeClr val="accent5"/>
                </a:solidFill>
              </a:rPr>
              <a:t>Retrieval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CF41BAC-7FF4-E256-ED43-30E41403192B}"/>
              </a:ext>
            </a:extLst>
          </p:cNvPr>
          <p:cNvSpPr/>
          <p:nvPr/>
        </p:nvSpPr>
        <p:spPr>
          <a:xfrm>
            <a:off x="7921946" y="1767061"/>
            <a:ext cx="1523998" cy="7478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sz="2400" dirty="0">
                <a:solidFill>
                  <a:schemeClr val="accent5"/>
                </a:solidFill>
              </a:rPr>
              <a:t>Memory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4FDD599-A76C-2CFF-6695-632F59AAAEBA}"/>
              </a:ext>
            </a:extLst>
          </p:cNvPr>
          <p:cNvSpPr txBox="1"/>
          <p:nvPr/>
        </p:nvSpPr>
        <p:spPr>
          <a:xfrm>
            <a:off x="6464598" y="4391660"/>
            <a:ext cx="1087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Query/ Results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5CA1BE3-145E-A95D-1C69-E56FAF0BC5C1}"/>
              </a:ext>
            </a:extLst>
          </p:cNvPr>
          <p:cNvSpPr txBox="1"/>
          <p:nvPr/>
        </p:nvSpPr>
        <p:spPr>
          <a:xfrm>
            <a:off x="6535155" y="3018636"/>
            <a:ext cx="1711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Call/Response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D3F3903-E6D6-A93F-8A30-B9EC7A02DBD6}"/>
              </a:ext>
            </a:extLst>
          </p:cNvPr>
          <p:cNvSpPr txBox="1"/>
          <p:nvPr/>
        </p:nvSpPr>
        <p:spPr>
          <a:xfrm>
            <a:off x="6464598" y="1928715"/>
            <a:ext cx="15239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Read/ </a:t>
            </a:r>
          </a:p>
          <a:p>
            <a:r>
              <a:rPr lang="en-B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Write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F6B759F-3E32-4612-24B7-C71F3D649101}"/>
              </a:ext>
            </a:extLst>
          </p:cNvPr>
          <p:cNvSpPr/>
          <p:nvPr/>
        </p:nvSpPr>
        <p:spPr>
          <a:xfrm>
            <a:off x="8415424" y="3041234"/>
            <a:ext cx="1523998" cy="7537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sz="2400" dirty="0">
                <a:solidFill>
                  <a:schemeClr val="accent5"/>
                </a:solidFill>
              </a:rPr>
              <a:t>Tools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3724DAB-C7F0-6E0E-19FC-4FC691D87048}"/>
              </a:ext>
            </a:extLst>
          </p:cNvPr>
          <p:cNvCxnSpPr>
            <a:cxnSpLocks/>
          </p:cNvCxnSpPr>
          <p:nvPr/>
        </p:nvCxnSpPr>
        <p:spPr>
          <a:xfrm flipH="1">
            <a:off x="6356653" y="2213769"/>
            <a:ext cx="1348476" cy="749164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ash"/>
            <a:headEnd type="arrow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70EE65C-9668-74E3-7F1D-19614A16484A}"/>
              </a:ext>
            </a:extLst>
          </p:cNvPr>
          <p:cNvCxnSpPr>
            <a:cxnSpLocks/>
          </p:cNvCxnSpPr>
          <p:nvPr/>
        </p:nvCxnSpPr>
        <p:spPr>
          <a:xfrm flipH="1" flipV="1">
            <a:off x="6356653" y="3870843"/>
            <a:ext cx="1348476" cy="749164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ash"/>
            <a:headEnd type="arrow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1A9E8AE0-C532-8EEC-F745-26F1146F6EBC}"/>
              </a:ext>
            </a:extLst>
          </p:cNvPr>
          <p:cNvSpPr/>
          <p:nvPr/>
        </p:nvSpPr>
        <p:spPr>
          <a:xfrm>
            <a:off x="1948833" y="2889477"/>
            <a:ext cx="1844047" cy="105727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sz="2400" dirty="0">
                <a:solidFill>
                  <a:schemeClr val="accent4"/>
                </a:solidFill>
              </a:rPr>
              <a:t>User/ Application</a:t>
            </a:r>
          </a:p>
        </p:txBody>
      </p: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B0D949B1-2727-B4B7-D90A-4650CF57CD2D}"/>
              </a:ext>
            </a:extLst>
          </p:cNvPr>
          <p:cNvCxnSpPr>
            <a:cxnSpLocks/>
            <a:endCxn id="51" idx="2"/>
          </p:cNvCxnSpPr>
          <p:nvPr/>
        </p:nvCxnSpPr>
        <p:spPr>
          <a:xfrm rot="10800000">
            <a:off x="2870857" y="3946749"/>
            <a:ext cx="1536902" cy="967716"/>
          </a:xfrm>
          <a:prstGeom prst="bentConnector2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3938CCEE-326A-D62C-34DD-B315122B2064}"/>
              </a:ext>
            </a:extLst>
          </p:cNvPr>
          <p:cNvCxnSpPr>
            <a:cxnSpLocks/>
            <a:stCxn id="51" idx="0"/>
          </p:cNvCxnSpPr>
          <p:nvPr/>
        </p:nvCxnSpPr>
        <p:spPr>
          <a:xfrm rot="5400000" flipH="1" flipV="1">
            <a:off x="3153909" y="1669391"/>
            <a:ext cx="937034" cy="1503138"/>
          </a:xfrm>
          <a:prstGeom prst="bentConnector2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93643C14-7191-29B0-AE07-68BC6AF8AA81}"/>
              </a:ext>
            </a:extLst>
          </p:cNvPr>
          <p:cNvSpPr txBox="1"/>
          <p:nvPr/>
        </p:nvSpPr>
        <p:spPr>
          <a:xfrm>
            <a:off x="3326657" y="1559383"/>
            <a:ext cx="868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Task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4C8A456-6306-28CB-821E-0D2F9AF7CF64}"/>
              </a:ext>
            </a:extLst>
          </p:cNvPr>
          <p:cNvSpPr txBox="1"/>
          <p:nvPr/>
        </p:nvSpPr>
        <p:spPr>
          <a:xfrm>
            <a:off x="2907207" y="4983954"/>
            <a:ext cx="1523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Task Results</a:t>
            </a:r>
          </a:p>
        </p:txBody>
      </p:sp>
    </p:spTree>
    <p:extLst>
      <p:ext uri="{BB962C8B-B14F-4D97-AF65-F5344CB8AC3E}">
        <p14:creationId xmlns:p14="http://schemas.microsoft.com/office/powerpoint/2010/main" val="1507475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A18404-8D9F-A06E-85B3-898E3DBF2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A6DC5565-EEA3-3689-3AB1-E1437FD05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963" y="643466"/>
            <a:ext cx="10242073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669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421FB-FA58-DC4F-3895-CD8415A17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438D8548-FB3E-AD16-0F7D-98677B9B8120}"/>
              </a:ext>
            </a:extLst>
          </p:cNvPr>
          <p:cNvSpPr/>
          <p:nvPr/>
        </p:nvSpPr>
        <p:spPr>
          <a:xfrm>
            <a:off x="4384431" y="1469318"/>
            <a:ext cx="1711569" cy="91879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BE" sz="2400" dirty="0">
                <a:solidFill>
                  <a:schemeClr val="accent3"/>
                </a:solidFill>
              </a:rPr>
              <a:t>Teacher</a:t>
            </a:r>
          </a:p>
          <a:p>
            <a:r>
              <a:rPr lang="en-BE" sz="2400" dirty="0">
                <a:solidFill>
                  <a:schemeClr val="accent3"/>
                </a:solidFill>
              </a:rPr>
              <a:t>Model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2ADD00F-7EFB-566C-9DD3-EA56163154BF}"/>
              </a:ext>
            </a:extLst>
          </p:cNvPr>
          <p:cNvSpPr/>
          <p:nvPr/>
        </p:nvSpPr>
        <p:spPr>
          <a:xfrm>
            <a:off x="6712628" y="3161429"/>
            <a:ext cx="1088960" cy="53514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sz="2400" dirty="0">
                <a:solidFill>
                  <a:schemeClr val="accent5"/>
                </a:solidFill>
              </a:rPr>
              <a:t>Loss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47332680-4518-ACFE-A5CB-C8A3A2694459}"/>
              </a:ext>
            </a:extLst>
          </p:cNvPr>
          <p:cNvSpPr/>
          <p:nvPr/>
        </p:nvSpPr>
        <p:spPr>
          <a:xfrm>
            <a:off x="2150178" y="2900364"/>
            <a:ext cx="1844047" cy="105727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BE" sz="2400" dirty="0">
                <a:solidFill>
                  <a:schemeClr val="accent4"/>
                </a:solidFill>
              </a:rPr>
              <a:t>Data</a:t>
            </a:r>
          </a:p>
        </p:txBody>
      </p: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76CE207C-919D-C179-69CF-3542C4221DDC}"/>
              </a:ext>
            </a:extLst>
          </p:cNvPr>
          <p:cNvCxnSpPr>
            <a:cxnSpLocks/>
            <a:stCxn id="8" idx="1"/>
            <a:endCxn id="51" idx="2"/>
          </p:cNvCxnSpPr>
          <p:nvPr/>
        </p:nvCxnSpPr>
        <p:spPr>
          <a:xfrm rot="10800000">
            <a:off x="3072203" y="3957636"/>
            <a:ext cx="1301793" cy="941122"/>
          </a:xfrm>
          <a:prstGeom prst="bentConnector2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FA70F95B-8879-A4CC-A1E5-1B7ECF9290F4}"/>
              </a:ext>
            </a:extLst>
          </p:cNvPr>
          <p:cNvCxnSpPr>
            <a:cxnSpLocks/>
            <a:stCxn id="51" idx="0"/>
            <a:endCxn id="41" idx="1"/>
          </p:cNvCxnSpPr>
          <p:nvPr/>
        </p:nvCxnSpPr>
        <p:spPr>
          <a:xfrm rot="5400000" flipH="1" flipV="1">
            <a:off x="3242492" y="1758426"/>
            <a:ext cx="971649" cy="1312229"/>
          </a:xfrm>
          <a:prstGeom prst="bentConnector2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" name="Graphic 2" descr="Database with solid fill">
            <a:extLst>
              <a:ext uri="{FF2B5EF4-FFF2-40B4-BE49-F238E27FC236}">
                <a16:creationId xmlns:a16="http://schemas.microsoft.com/office/drawing/2014/main" id="{4370C87F-8808-26D1-2044-933C71D44B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49272" y="3063763"/>
            <a:ext cx="730473" cy="730473"/>
          </a:xfrm>
          <a:prstGeom prst="rect">
            <a:avLst/>
          </a:prstGeom>
        </p:spPr>
      </p:pic>
      <p:cxnSp>
        <p:nvCxnSpPr>
          <p:cNvPr id="4" name="Elbow Connector 3">
            <a:extLst>
              <a:ext uri="{FF2B5EF4-FFF2-40B4-BE49-F238E27FC236}">
                <a16:creationId xmlns:a16="http://schemas.microsoft.com/office/drawing/2014/main" id="{BB42F3B3-75F4-EB38-05A5-2B7BEAE0E237}"/>
              </a:ext>
            </a:extLst>
          </p:cNvPr>
          <p:cNvCxnSpPr>
            <a:cxnSpLocks/>
            <a:stCxn id="41" idx="3"/>
            <a:endCxn id="43" idx="0"/>
          </p:cNvCxnSpPr>
          <p:nvPr/>
        </p:nvCxnSpPr>
        <p:spPr>
          <a:xfrm>
            <a:off x="6096000" y="1928715"/>
            <a:ext cx="1161108" cy="1232714"/>
          </a:xfrm>
          <a:prstGeom prst="bentConnector2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03DF98C8-E664-D09D-D52D-C32E2F16CCA4}"/>
              </a:ext>
            </a:extLst>
          </p:cNvPr>
          <p:cNvCxnSpPr>
            <a:cxnSpLocks/>
            <a:stCxn id="8" idx="3"/>
            <a:endCxn id="43" idx="2"/>
          </p:cNvCxnSpPr>
          <p:nvPr/>
        </p:nvCxnSpPr>
        <p:spPr>
          <a:xfrm flipV="1">
            <a:off x="6085564" y="3696571"/>
            <a:ext cx="1171544" cy="1202187"/>
          </a:xfrm>
          <a:prstGeom prst="bentConnector2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1863283-7498-B290-F952-0A364146BA17}"/>
              </a:ext>
            </a:extLst>
          </p:cNvPr>
          <p:cNvSpPr/>
          <p:nvPr/>
        </p:nvSpPr>
        <p:spPr>
          <a:xfrm>
            <a:off x="4373995" y="4439361"/>
            <a:ext cx="1711569" cy="91879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BE" sz="2400" dirty="0">
                <a:solidFill>
                  <a:schemeClr val="accent2"/>
                </a:solidFill>
              </a:rPr>
              <a:t>Student </a:t>
            </a:r>
          </a:p>
          <a:p>
            <a:r>
              <a:rPr lang="en-BE" sz="2400" dirty="0">
                <a:solidFill>
                  <a:schemeClr val="accent2"/>
                </a:solidFill>
              </a:rPr>
              <a:t>Model</a:t>
            </a:r>
          </a:p>
        </p:txBody>
      </p: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76FCFC85-3A1F-3F2C-C2D7-66CF7C141C48}"/>
              </a:ext>
            </a:extLst>
          </p:cNvPr>
          <p:cNvCxnSpPr>
            <a:cxnSpLocks/>
            <a:stCxn id="43" idx="3"/>
            <a:endCxn id="8" idx="2"/>
          </p:cNvCxnSpPr>
          <p:nvPr/>
        </p:nvCxnSpPr>
        <p:spPr>
          <a:xfrm flipH="1">
            <a:off x="5229780" y="3429000"/>
            <a:ext cx="2571808" cy="1929154"/>
          </a:xfrm>
          <a:prstGeom prst="bentConnector4">
            <a:avLst>
              <a:gd name="adj1" fmla="val -8889"/>
              <a:gd name="adj2" fmla="val 118208"/>
            </a:avLst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ot"/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044220C1-B3E4-5647-E7DC-1343BC36C4E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538851" y="1828800"/>
            <a:ext cx="479889" cy="479889"/>
          </a:xfrm>
          <a:prstGeom prst="rect">
            <a:avLst/>
          </a:prstGeom>
          <a:ln>
            <a:noFill/>
          </a:ln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46410FF-676C-F686-8E1E-275699BE192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538851" y="4898757"/>
            <a:ext cx="411064" cy="41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777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73BD5-04C4-6535-A61D-547E3B4DB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BD2052DC-C9ED-E769-D519-010D3C473229}"/>
              </a:ext>
            </a:extLst>
          </p:cNvPr>
          <p:cNvGrpSpPr/>
          <p:nvPr/>
        </p:nvGrpSpPr>
        <p:grpSpPr>
          <a:xfrm>
            <a:off x="4379213" y="1469318"/>
            <a:ext cx="1711569" cy="918793"/>
            <a:chOff x="4384431" y="1469318"/>
            <a:chExt cx="1711569" cy="918793"/>
          </a:xfrm>
        </p:grpSpPr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1246D594-67A7-C391-6EDE-B8A8313BD445}"/>
                </a:ext>
              </a:extLst>
            </p:cNvPr>
            <p:cNvSpPr/>
            <p:nvPr/>
          </p:nvSpPr>
          <p:spPr>
            <a:xfrm>
              <a:off x="4384431" y="1469318"/>
              <a:ext cx="1711569" cy="918793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BE" sz="2400" dirty="0">
                  <a:solidFill>
                    <a:schemeClr val="accent3"/>
                  </a:solidFill>
                </a:rPr>
                <a:t>Teacher</a:t>
              </a:r>
            </a:p>
            <a:p>
              <a:r>
                <a:rPr lang="en-BE" sz="2400" dirty="0">
                  <a:solidFill>
                    <a:schemeClr val="accent3"/>
                  </a:solidFill>
                </a:rPr>
                <a:t>Model</a:t>
              </a:r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6B9CBD61-3A91-FE4E-7A6C-21268EBE15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5538851" y="1828800"/>
              <a:ext cx="479889" cy="479889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F9D2F44-7A1C-D973-9D0C-37CC20581E36}"/>
              </a:ext>
            </a:extLst>
          </p:cNvPr>
          <p:cNvGrpSpPr/>
          <p:nvPr/>
        </p:nvGrpSpPr>
        <p:grpSpPr>
          <a:xfrm>
            <a:off x="4379213" y="4439361"/>
            <a:ext cx="1711569" cy="918793"/>
            <a:chOff x="4373995" y="4439361"/>
            <a:chExt cx="1711569" cy="918793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7A275D79-740C-486E-7979-F4E27AD9D5E7}"/>
                </a:ext>
              </a:extLst>
            </p:cNvPr>
            <p:cNvSpPr/>
            <p:nvPr/>
          </p:nvSpPr>
          <p:spPr>
            <a:xfrm>
              <a:off x="4373995" y="4439361"/>
              <a:ext cx="1711569" cy="918793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BE" sz="2400" dirty="0">
                  <a:solidFill>
                    <a:schemeClr val="accent2"/>
                  </a:solidFill>
                </a:rPr>
                <a:t>Student </a:t>
              </a:r>
            </a:p>
            <a:p>
              <a:r>
                <a:rPr lang="en-BE" sz="2400" dirty="0">
                  <a:solidFill>
                    <a:schemeClr val="accent2"/>
                  </a:solidFill>
                </a:rPr>
                <a:t>Model</a:t>
              </a:r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425B9629-E8EA-855D-8710-20B0868A05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5538851" y="4898757"/>
              <a:ext cx="411064" cy="411064"/>
            </a:xfrm>
            <a:prstGeom prst="rect">
              <a:avLst/>
            </a:prstGeom>
          </p:spPr>
        </p:pic>
      </p:grp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28C922C-1CFC-A5C3-032A-098453DC6C70}"/>
              </a:ext>
            </a:extLst>
          </p:cNvPr>
          <p:cNvCxnSpPr>
            <a:cxnSpLocks/>
          </p:cNvCxnSpPr>
          <p:nvPr/>
        </p:nvCxnSpPr>
        <p:spPr>
          <a:xfrm flipH="1">
            <a:off x="5234997" y="2388111"/>
            <a:ext cx="5218" cy="2051250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936B6F2-5E2A-6BEB-205E-80380526473C}"/>
              </a:ext>
            </a:extLst>
          </p:cNvPr>
          <p:cNvSpPr txBox="1"/>
          <p:nvPr/>
        </p:nvSpPr>
        <p:spPr>
          <a:xfrm>
            <a:off x="5240215" y="3227482"/>
            <a:ext cx="2362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Knowledge transfer</a:t>
            </a:r>
          </a:p>
        </p:txBody>
      </p:sp>
    </p:spTree>
    <p:extLst>
      <p:ext uri="{BB962C8B-B14F-4D97-AF65-F5344CB8AC3E}">
        <p14:creationId xmlns:p14="http://schemas.microsoft.com/office/powerpoint/2010/main" val="1859690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03BD2-FF34-85DC-E970-A401624B4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DE00AA7-1EFC-DAF8-3C11-980887A8E42F}"/>
              </a:ext>
            </a:extLst>
          </p:cNvPr>
          <p:cNvSpPr/>
          <p:nvPr/>
        </p:nvSpPr>
        <p:spPr>
          <a:xfrm>
            <a:off x="4973515" y="2682388"/>
            <a:ext cx="1711569" cy="91879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sz="2400" dirty="0">
                <a:solidFill>
                  <a:schemeClr val="accent3"/>
                </a:solidFill>
              </a:rPr>
              <a:t>AI model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5D9787E-D949-855F-3484-020FCEAF77E1}"/>
              </a:ext>
            </a:extLst>
          </p:cNvPr>
          <p:cNvCxnSpPr>
            <a:cxnSpLocks/>
          </p:cNvCxnSpPr>
          <p:nvPr/>
        </p:nvCxnSpPr>
        <p:spPr>
          <a:xfrm>
            <a:off x="3587262" y="3141785"/>
            <a:ext cx="1184031" cy="5862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163A96E-C0DD-ACCC-2ED9-7BBB72D413CD}"/>
              </a:ext>
            </a:extLst>
          </p:cNvPr>
          <p:cNvCxnSpPr/>
          <p:nvPr/>
        </p:nvCxnSpPr>
        <p:spPr>
          <a:xfrm>
            <a:off x="6887307" y="3141785"/>
            <a:ext cx="1184031" cy="5862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DB9347B-7ACC-910D-6837-B4431CD433A2}"/>
              </a:ext>
            </a:extLst>
          </p:cNvPr>
          <p:cNvSpPr/>
          <p:nvPr/>
        </p:nvSpPr>
        <p:spPr>
          <a:xfrm>
            <a:off x="2441331" y="2790092"/>
            <a:ext cx="1037492" cy="668216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sz="2400" dirty="0">
                <a:solidFill>
                  <a:schemeClr val="accent2"/>
                </a:solidFill>
              </a:rPr>
              <a:t>In</a:t>
            </a:r>
            <a:endParaRPr lang="en-BE" dirty="0">
              <a:solidFill>
                <a:schemeClr val="accent2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37687F7-53F7-239A-F1A4-7FDC2791A579}"/>
              </a:ext>
            </a:extLst>
          </p:cNvPr>
          <p:cNvSpPr/>
          <p:nvPr/>
        </p:nvSpPr>
        <p:spPr>
          <a:xfrm>
            <a:off x="8179776" y="2785602"/>
            <a:ext cx="1037492" cy="668216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sz="2400" dirty="0">
                <a:solidFill>
                  <a:schemeClr val="accent2"/>
                </a:solidFill>
              </a:rPr>
              <a:t>Out</a:t>
            </a:r>
            <a:endParaRPr lang="en-BE" dirty="0">
              <a:solidFill>
                <a:schemeClr val="accent2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D0CFE70-5C52-2EE1-9E0B-D6003FA25FE4}"/>
              </a:ext>
            </a:extLst>
          </p:cNvPr>
          <p:cNvCxnSpPr>
            <a:cxnSpLocks/>
          </p:cNvCxnSpPr>
          <p:nvPr/>
        </p:nvCxnSpPr>
        <p:spPr>
          <a:xfrm flipV="1">
            <a:off x="4018082" y="3807343"/>
            <a:ext cx="1081456" cy="1275525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ash"/>
            <a:headEnd type="arrow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2CD5C2B-F9AB-907B-821E-8FC8F121B846}"/>
              </a:ext>
            </a:extLst>
          </p:cNvPr>
          <p:cNvCxnSpPr>
            <a:cxnSpLocks/>
          </p:cNvCxnSpPr>
          <p:nvPr/>
        </p:nvCxnSpPr>
        <p:spPr>
          <a:xfrm flipV="1">
            <a:off x="5801455" y="3807343"/>
            <a:ext cx="0" cy="1573549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ash"/>
            <a:headEnd type="arrow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3CAD4FB6-83A1-E24F-2301-CA39BB7D0D10}"/>
              </a:ext>
            </a:extLst>
          </p:cNvPr>
          <p:cNvSpPr/>
          <p:nvPr/>
        </p:nvSpPr>
        <p:spPr>
          <a:xfrm>
            <a:off x="2731477" y="5244245"/>
            <a:ext cx="1711569" cy="7537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sz="2400" dirty="0">
                <a:solidFill>
                  <a:schemeClr val="accent5"/>
                </a:solidFill>
              </a:rPr>
              <a:t>Retrieval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FA82CCC-7400-10FB-E5ED-77C3FF789950}"/>
              </a:ext>
            </a:extLst>
          </p:cNvPr>
          <p:cNvSpPr/>
          <p:nvPr/>
        </p:nvSpPr>
        <p:spPr>
          <a:xfrm>
            <a:off x="7265371" y="5244245"/>
            <a:ext cx="1523998" cy="7478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sz="2400" dirty="0">
                <a:solidFill>
                  <a:schemeClr val="accent5"/>
                </a:solidFill>
              </a:rPr>
              <a:t>Memory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6596826-8B79-D1DF-7CB7-222F25DEBB6B}"/>
              </a:ext>
            </a:extLst>
          </p:cNvPr>
          <p:cNvSpPr txBox="1"/>
          <p:nvPr/>
        </p:nvSpPr>
        <p:spPr>
          <a:xfrm>
            <a:off x="3310305" y="3892061"/>
            <a:ext cx="1087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Query/ Results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47D5F6D-B69E-F229-9453-F1002AC9EC7E}"/>
              </a:ext>
            </a:extLst>
          </p:cNvPr>
          <p:cNvGrpSpPr/>
          <p:nvPr/>
        </p:nvGrpSpPr>
        <p:grpSpPr>
          <a:xfrm>
            <a:off x="5357447" y="4260877"/>
            <a:ext cx="1327638" cy="731319"/>
            <a:chOff x="5357446" y="4121939"/>
            <a:chExt cx="1529861" cy="646331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301D009-2C3E-5559-58E9-A8E1A6064242}"/>
                </a:ext>
              </a:extLst>
            </p:cNvPr>
            <p:cNvSpPr/>
            <p:nvPr/>
          </p:nvSpPr>
          <p:spPr>
            <a:xfrm>
              <a:off x="5357446" y="4130508"/>
              <a:ext cx="1122489" cy="59389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E8F7EE6-4463-66A4-45F8-A2F54B2217B3}"/>
                </a:ext>
              </a:extLst>
            </p:cNvPr>
            <p:cNvSpPr txBox="1"/>
            <p:nvPr/>
          </p:nvSpPr>
          <p:spPr>
            <a:xfrm>
              <a:off x="5363309" y="4121939"/>
              <a:ext cx="15239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E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Call/ </a:t>
              </a:r>
            </a:p>
            <a:p>
              <a:r>
                <a:rPr lang="en-BE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Response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A7D727D2-6573-5648-8B20-4261617F6EB5}"/>
              </a:ext>
            </a:extLst>
          </p:cNvPr>
          <p:cNvSpPr txBox="1"/>
          <p:nvPr/>
        </p:nvSpPr>
        <p:spPr>
          <a:xfrm>
            <a:off x="7124005" y="3892060"/>
            <a:ext cx="15239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Read/ </a:t>
            </a:r>
          </a:p>
          <a:p>
            <a:r>
              <a:rPr lang="en-B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Write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E072DF3-9AAC-7010-DDDE-5E77143D0FB8}"/>
              </a:ext>
            </a:extLst>
          </p:cNvPr>
          <p:cNvSpPr/>
          <p:nvPr/>
        </p:nvSpPr>
        <p:spPr>
          <a:xfrm>
            <a:off x="5039456" y="5547854"/>
            <a:ext cx="1523998" cy="7537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sz="2400" dirty="0">
                <a:solidFill>
                  <a:schemeClr val="accent5"/>
                </a:solidFill>
              </a:rPr>
              <a:t>Tools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30084D9-4796-7763-41BF-867EB755D2FA}"/>
              </a:ext>
            </a:extLst>
          </p:cNvPr>
          <p:cNvCxnSpPr>
            <a:cxnSpLocks/>
          </p:cNvCxnSpPr>
          <p:nvPr/>
        </p:nvCxnSpPr>
        <p:spPr>
          <a:xfrm flipH="1" flipV="1">
            <a:off x="6479935" y="3807343"/>
            <a:ext cx="1081456" cy="1275525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ash"/>
            <a:headEnd type="arrow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193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84</Words>
  <Application>Microsoft Macintosh PowerPoint</Application>
  <PresentationFormat>Widescreen</PresentationFormat>
  <Paragraphs>57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Kasper Huysentruyt</dc:creator>
  <cp:lastModifiedBy>Kasper Huysentruyt</cp:lastModifiedBy>
  <cp:revision>1</cp:revision>
  <dcterms:created xsi:type="dcterms:W3CDTF">2026-05-23T08:07:10Z</dcterms:created>
  <dcterms:modified xsi:type="dcterms:W3CDTF">2026-06-23T06:28:09Z</dcterms:modified>
</cp:coreProperties>
</file>